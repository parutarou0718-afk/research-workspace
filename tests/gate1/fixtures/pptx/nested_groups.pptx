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828800" cy="457200"/>
            <a:chOff x="0" y="0"/>
            <a:chExt cx="1828800" cy="457200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Outer leaf</a:t>
              </a:r>
            </a:p>
          </p:txBody>
        </p:sp>
        <p:grpSp>
          <p:nvGrpSpPr>
            <p:cNvPr id="5" name="Group 3"/>
            <p:cNvGrpSpPr/>
            <p:nvPr/>
          </p:nvGrpSpPr>
          <p:grpSpPr>
            <a:xfrm>
              <a:off x="0" y="0"/>
              <a:ext cx="1828800" cy="457200"/>
              <a:chOff x="0" y="0"/>
              <a:chExt cx="1828800" cy="457200"/>
            </a:xfrm>
          </p:grpSpPr>
          <p:sp>
            <p:nvSpPr>
              <p:cNvPr id="9" name="TextBox 4"/>
              <p:cNvSpPr txBox="1"/>
              <p:nvPr/>
            </p:nvSpPr>
            <p:spPr>
              <a:xfrm>
                <a:off x="0" y="0"/>
                <a:ext cx="18288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Nested leaf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1828800" cy="457200"/>
            <a:chOff x="0" y="0"/>
            <a:chExt cx="1828800" cy="457200"/>
          </a:xfrm>
        </p:grpSpPr>
        <p:grpSp>
          <p:nvGrpSpPr>
            <p:cNvPr id="3" name="Group 2"/>
            <p:cNvGrpSpPr/>
            <p:nvPr/>
          </p:nvGrpSpPr>
          <p:grpSpPr>
            <a:xfrm>
              <a:off x="0" y="0"/>
              <a:ext cx="1828800" cy="457200"/>
              <a:chOff x="0" y="0"/>
              <a:chExt cx="1828800" cy="457200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0" y="0"/>
                <a:ext cx="1828800" cy="457200"/>
                <a:chOff x="0" y="0"/>
                <a:chExt cx="1828800" cy="457200"/>
              </a:xfrm>
            </p:grpSpPr>
            <p:grpSp>
              <p:nvGrpSpPr>
                <p:cNvPr id="5" name="Group 4"/>
                <p:cNvGrpSpPr/>
                <p:nvPr/>
              </p:nvGrpSpPr>
              <p:grpSpPr>
                <a:xfrm>
                  <a:off x="0" y="0"/>
                  <a:ext cx="1828800" cy="457200"/>
                  <a:chOff x="0" y="0"/>
                  <a:chExt cx="1828800" cy="457200"/>
                </a:xfrm>
              </p:grpSpPr>
              <p:grpSp>
                <p:nvGrpSpPr>
                  <p:cNvPr id="6" name="Group 5"/>
                  <p:cNvGrpSpPr/>
                  <p:nvPr/>
                </p:nvGrpSpPr>
                <p:grpSpPr>
                  <a:xfrm>
                    <a:off x="0" y="0"/>
                    <a:ext cx="1828800" cy="457200"/>
                    <a:chOff x="0" y="0"/>
                    <a:chExt cx="1828800" cy="457200"/>
                  </a:xfrm>
                </p:grpSpPr>
                <p:grpSp>
                  <p:nvGrpSpPr>
                    <p:cNvPr id="7" name="Group 6"/>
                    <p:cNvGrpSpPr/>
                    <p:nvPr/>
                  </p:nvGrpSpPr>
                  <p:grpSpPr>
                    <a:xfrm>
                      <a:off x="0" y="0"/>
                      <a:ext cx="1828800" cy="457200"/>
                      <a:chOff x="0" y="0"/>
                      <a:chExt cx="1828800" cy="457200"/>
                    </a:xfrm>
                  </p:grpSpPr>
                  <p:grpSp>
                    <p:nvGrpSpPr>
                      <p:cNvPr id="8" name="Group 7"/>
                      <p:cNvGrpSpPr/>
                      <p:nvPr/>
                    </p:nvGrpSpPr>
                    <p:grpSpPr>
                      <a:xfrm>
                        <a:off x="0" y="0"/>
                        <a:ext cx="1828800" cy="457200"/>
                        <a:chOff x="0" y="0"/>
                        <a:chExt cx="1828800" cy="457200"/>
                      </a:xfrm>
                    </p:grpSpPr>
                    <p:grpSp>
                      <p:nvGrpSpPr>
                        <p:cNvPr id="9" name="Group 8"/>
                        <p:cNvGrpSpPr/>
                        <p:nvPr/>
                      </p:nvGrpSpPr>
                      <p:grpSpPr>
                        <a:xfrm>
                          <a:off x="0" y="0"/>
                          <a:ext cx="1828800" cy="457200"/>
                          <a:chOff x="0" y="0"/>
                          <a:chExt cx="1828800" cy="457200"/>
                        </a:xfrm>
                      </p:grpSpPr>
                      <p:grpSp>
                        <p:nvGrpSpPr>
                          <p:cNvPr id="10" name="Group 9"/>
                          <p:cNvGrpSpPr/>
                          <p:nvPr/>
                        </p:nvGrpSpPr>
                        <p:grpSpPr>
                          <a:xfrm>
                            <a:off x="0" y="0"/>
                            <a:ext cx="1828800" cy="457200"/>
                            <a:chOff x="0" y="0"/>
                            <a:chExt cx="1828800" cy="457200"/>
                          </a:xfrm>
                        </p:grpSpPr>
                        <p:grpSp>
                          <p:nvGrpSpPr>
                            <p:cNvPr id="11" name="Group 10"/>
                            <p:cNvGrpSpPr/>
                            <p:nvPr/>
                          </p:nvGrpSpPr>
                          <p:grpSpPr>
                            <a:xfrm>
                              <a:off x="0" y="0"/>
                              <a:ext cx="1828800" cy="457200"/>
                              <a:chOff x="0" y="0"/>
                              <a:chExt cx="1828800" cy="457200"/>
                            </a:xfrm>
                          </p:grpSpPr>
                          <p:grpSp>
                            <p:nvGrpSpPr>
                              <p:cNvPr id="12" name="Group 11"/>
                              <p:cNvGrpSpPr/>
                              <p:nvPr/>
                            </p:nvGrpSpPr>
                            <p:grpSpPr>
                              <a:xfrm>
                                <a:off x="0" y="0"/>
                                <a:ext cx="1828800" cy="457200"/>
                                <a:chOff x="0" y="0"/>
                                <a:chExt cx="1828800" cy="457200"/>
                              </a:xfrm>
                            </p:grpSpPr>
                            <p:grpSp>
                              <p:nvGrpSpPr>
                                <p:cNvPr id="13" name="Group 12"/>
                                <p:cNvGrpSpPr/>
                                <p:nvPr/>
                              </p:nvGrpSpPr>
                              <p:grpSpPr>
                                <a:xfrm>
                                  <a:off x="0" y="0"/>
                                  <a:ext cx="1828800" cy="457200"/>
                                  <a:chOff x="0" y="0"/>
                                  <a:chExt cx="1828800" cy="457200"/>
                                </a:xfrm>
                              </p:grpSpPr>
                              <p:grpSp>
                                <p:nvGrpSpPr>
                                  <p:cNvPr id="14" name="Group 13"/>
                                  <p:cNvGrpSpPr/>
                                  <p:nvPr/>
                                </p:nvGrpSpPr>
                                <p:grpSpPr>
                                  <a:xfrm>
                                    <a:off x="0" y="0"/>
                                    <a:ext cx="1828800" cy="457200"/>
                                    <a:chOff x="0" y="0"/>
                                    <a:chExt cx="1828800" cy="457200"/>
                                  </a:xfrm>
                                </p:grpSpPr>
                                <p:grpSp>
                                  <p:nvGrpSpPr>
                                    <p:cNvPr id="15" name="Group 14"/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0" y="0"/>
                                      <a:ext cx="1828800" cy="457200"/>
                                      <a:chOff x="0" y="0"/>
                                      <a:chExt cx="1828800" cy="457200"/>
                                    </a:xfrm>
                                  </p:grpSpPr>
                                  <p:grpSp>
                                    <p:nvGrpSpPr>
                                      <p:cNvPr id="16" name="Group 15"/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0" y="0"/>
                                        <a:ext cx="1828800" cy="457200"/>
                                        <a:chOff x="0" y="0"/>
                                        <a:chExt cx="1828800" cy="457200"/>
                                      </a:xfrm>
                                    </p:grpSpPr>
                                    <p:grpSp>
                                      <p:nvGrpSpPr>
                                        <p:cNvPr id="17" name="Group 16"/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0" y="0"/>
                                          <a:ext cx="1828800" cy="457200"/>
                                          <a:chOff x="0" y="0"/>
                                          <a:chExt cx="1828800" cy="457200"/>
                                        </a:xfrm>
                                      </p:grpSpPr>
                                      <p:grpSp>
                                        <p:nvGrpSpPr>
                                          <p:cNvPr id="18" name="Group 17"/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0" y="0"/>
                                            <a:ext cx="1828800" cy="457200"/>
                                            <a:chOff x="0" y="0"/>
                                            <a:chExt cx="1828800" cy="457200"/>
                                          </a:xfrm>
                                        </p:grpSpPr>
                                        <p:grpSp>
                                          <p:nvGrpSpPr>
                                            <p:cNvPr id="19" name="Group 18"/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0" y="0"/>
                                              <a:ext cx="1828800" cy="457200"/>
                                              <a:chOff x="0" y="0"/>
                                              <a:chExt cx="1828800" cy="45720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20" name="Group 19"/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0" y="0"/>
                                                <a:ext cx="1828800" cy="457200"/>
                                                <a:chOff x="0" y="0"/>
                                                <a:chExt cx="1828800" cy="457200"/>
                                              </a:xfrm>
                                            </p:grpSpPr>
                                            <p:grpSp>
                                              <p:nvGrpSpPr>
                                                <p:cNvPr id="21" name="Group 20"/>
                                                <p:cNvGrpSpPr/>
                                                <p:nvPr/>
                                              </p:nvGrpSpPr>
                                              <p:grpSpPr>
                                                <a:xfrm>
                                                  <a:off x="0" y="0"/>
                                                  <a:ext cx="1828800" cy="457200"/>
                                                  <a:chOff x="0" y="0"/>
                                                  <a:chExt cx="1828800" cy="457200"/>
                                                </a:xfrm>
                                              </p:grpSpPr>
                                              <p:grpSp>
                                                <p:nvGrpSpPr>
                                                  <p:cNvPr id="22" name="Group 21"/>
                                                  <p:cNvGrpSpPr/>
                                                  <p:nvPr/>
                                                </p:nvGrpSpPr>
                                                <p:grpSpPr>
                                                  <a:xfrm>
                                                    <a:off x="0" y="0"/>
                                                    <a:ext cx="1828800" cy="457200"/>
                                                    <a:chOff x="0" y="0"/>
                                                    <a:chExt cx="1828800" cy="457200"/>
                                                  </a:xfrm>
                                                </p:grpSpPr>
                                                <p:grpSp>
                                                  <p:nvGrpSpPr>
                                                    <p:cNvPr id="23" name="Group 22"/>
                                                    <p:cNvGrpSpPr/>
                                                    <p:nvPr/>
                                                  </p:nvGrpSpPr>
                                                  <p:grpSpPr>
                                                    <a:xfrm>
                                                      <a:off x="0" y="0"/>
                                                      <a:ext cx="1828800" cy="457200"/>
                                                      <a:chOff x="0" y="0"/>
                                                      <a:chExt cx="1828800" cy="457200"/>
                                                    </a:xfrm>
                                                  </p:grpSpPr>
                                                  <p:grpSp>
                                                    <p:nvGrpSpPr>
                                                      <p:cNvPr id="24" name="Group 23"/>
                                                      <p:cNvGrpSpPr/>
                                                      <p:nvPr/>
                                                    </p:nvGrpSpPr>
                                                    <p:grpSpPr>
                                                      <a:xfrm>
                                                        <a:off x="0" y="0"/>
                                                        <a:ext cx="1828800" cy="457200"/>
                                                        <a:chOff x="0" y="0"/>
                                                        <a:chExt cx="1828800" cy="457200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25" name="Group 24"/>
                                                        <p:cNvGrpSpPr/>
                                                        <p:nvPr/>
                                                      </p:nvGrpSpPr>
                                                      <p:grpSpPr>
                                                        <a:xfrm>
                                                          <a:off x="0" y="0"/>
                                                          <a:ext cx="1828800" cy="457200"/>
                                                          <a:chOff x="0" y="0"/>
                                                          <a:chExt cx="1828800" cy="457200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26" name="Group 25"/>
                                                          <p:cNvGrpSpPr/>
                                                          <p:nvPr/>
                                                        </p:nvGrpSpPr>
                                                        <p:grpSpPr>
                                                          <a:xfrm>
                                                            <a:off x="0" y="0"/>
                                                            <a:ext cx="1828800" cy="457200"/>
                                                            <a:chOff x="0" y="0"/>
                                                            <a:chExt cx="1828800" cy="457200"/>
                                                          </a:xfrm>
                                                        </p:grpSpPr>
                                                        <p:grpSp>
                                                          <p:nvGrpSpPr>
                                                            <p:cNvPr id="27" name="Group 26"/>
                                                            <p:cNvGrpSpPr/>
                                                            <p:nvPr/>
                                                          </p:nvGrpSpPr>
                                                          <p:grpSpPr>
                                                            <a:xfrm>
                                                              <a:off x="0" y="0"/>
                                                              <a:ext cx="1828800" cy="457200"/>
                                                              <a:chOff x="0" y="0"/>
                                                              <a:chExt cx="1828800" cy="457200"/>
                                                            </a:xfrm>
                                                          </p:grpSpPr>
                                                          <p:grpSp>
                                                            <p:nvGrpSpPr>
                                                              <p:cNvPr id="28" name="Group 27"/>
                                                              <p:cNvGrpSpPr/>
                                                              <p:nvPr/>
                                                            </p:nvGrpSpPr>
                                                            <p:grpSpPr>
                                                              <a:xfrm>
                                                                <a:off x="0" y="0"/>
                                                                <a:ext cx="1828800" cy="457200"/>
                                                                <a:chOff x="0" y="0"/>
                                                                <a:chExt cx="1828800" cy="457200"/>
                                                              </a:xfrm>
                                                            </p:grpSpPr>
                                                            <p:grpSp>
                                                              <p:nvGrpSpPr>
                                                                <p:cNvPr id="29" name="Group 28"/>
                                                                <p:cNvGrpSpPr/>
                                                                <p:nvPr/>
                                                              </p:nvGrpSpPr>
                                                              <p:grpSpPr>
                                                                <a:xfrm>
                                                                  <a:off x="0" y="0"/>
                                                                  <a:ext cx="1828800" cy="457200"/>
                                                                  <a:chOff x="0" y="0"/>
                                                                  <a:chExt cx="1828800" cy="457200"/>
                                                                </a:xfrm>
                                                              </p:grpSpPr>
                                                              <p:grpSp>
                                                                <p:nvGrpSpPr>
                                                                  <p:cNvPr id="30" name="Group 29"/>
                                                                  <p:cNvGrpSpPr/>
                                                                  <p:nvPr/>
                                                                </p:nvGrpSpPr>
                                                                <p:grpSpPr>
                                                                  <a:xfrm>
                                                                    <a:off x="0" y="0"/>
                                                                    <a:ext cx="1828800" cy="457200"/>
                                                                    <a:chOff x="0" y="0"/>
                                                                    <a:chExt cx="1828800" cy="457200"/>
                                                                  </a:xfrm>
                                                                </p:grpSpPr>
                                                                <p:grpSp>
                                                                  <p:nvGrpSpPr>
                                                                    <p:cNvPr id="31" name="Group 30"/>
                                                                    <p:cNvGrpSpPr/>
                                                                    <p:nvPr/>
                                                                  </p:nvGrpSpPr>
                                                                  <p:grpSpPr>
                                                                    <a:xfrm>
                                                                      <a:off x="0" y="0"/>
                                                                      <a:ext cx="1828800" cy="457200"/>
                                                                      <a:chOff x="0" y="0"/>
                                                                      <a:chExt cx="1828800" cy="457200"/>
                                                                    </a:xfrm>
                                                                  </p:grpSpPr>
                                                                  <p:grpSp>
                                                                    <p:nvGrpSpPr>
                                                                      <p:cNvPr id="32" name="Group 31"/>
                                                                      <p:cNvGrpSpPr/>
                                                                      <p:nvPr/>
                                                                    </p:nvGrpSpPr>
                                                                    <p:grpSpPr>
                                                                      <a:xfrm>
                                                                        <a:off x="0" y="0"/>
                                                                        <a:ext cx="1828800" cy="457200"/>
                                                                        <a:chOff x="0" y="0"/>
                                                                        <a:chExt cx="1828800" cy="457200"/>
                                                                      </a:xfrm>
                                                                    </p:grpSpPr>
                                                                    <p:grpSp>
                                                                      <p:nvGrpSpPr>
                                                                        <p:cNvPr id="33" name="Group 32"/>
                                                                        <p:cNvGrpSpPr/>
                                                                        <p:nvPr/>
                                                                      </p:nvGrpSpPr>
                                                                      <p:grpSpPr>
                                                                        <a:xfrm>
                                                                          <a:off x="0" y="0"/>
                                                                          <a:ext cx="1828800" cy="457200"/>
                                                                          <a:chOff x="0" y="0"/>
                                                                          <a:chExt cx="1828800" cy="457200"/>
                                                                        </a:xfrm>
                                                                      </p:grpSpPr>
                                                                      <p:grpSp>
                                                                        <p:nvGrpSpPr>
                                                                          <p:cNvPr id="34" name="Group 33"/>
                                                                          <p:cNvGrpSpPr/>
                                                                          <p:nvPr/>
                                                                        </p:nvGrpSpPr>
                                                                        <p:grpSpPr>
                                                                          <a:xfrm>
                                                                            <a:off x="0" y="0"/>
                                                                            <a:ext cx="1828800" cy="457200"/>
                                                                            <a:chOff x="0" y="0"/>
                                                                            <a:chExt cx="1828800" cy="457200"/>
                                                                          </a:xfrm>
                                                                        </p:grpSpPr>
                                                                        <p:sp>
                                                                          <p:nvSpPr>
                                                                            <p:cNvPr id="35" name="TextBox 34"/>
                                                                            <p:cNvSpPr txBox="1"/>
                                                                            <p:nvPr/>
                                                                          </p:nvSpPr>
                                                                          <p:spPr>
                                                                            <a:xfrm>
                                                                              <a:off x="0" y="0"/>
                                                                              <a:ext cx="1828800" cy="457200"/>
                                                                            </a:xfrm>
                                                                            <a:prstGeom prst="rect">
                                                                              <a:avLst/>
                                                                            </a:prstGeom>
                                                                            <a:noFill/>
                                                                          </p:spPr>
                                                                          <p:txBody>
                                                                            <a:bodyPr wrap="none">
                                                                              <a:spAutoFit/>
                                                                            </a:bodyPr>
                                                                            <a:lstStyle/>
                                                                            <a:p>
                                                                              <a:r>
                                                                                <a:t>Too deep leaf</a:t>
                                                                              </a:r>
                                                                            </a:p>
                                                                          </p:txBody>
                                                                        </p:sp>
                                                                      </p:grpSp>
                                                                    </p:grpSp>
                                                                  </p:grpSp>
                                                                </p:grpSp>
                                                              </p:grpSp>
                                                            </p:grpSp>
                                                          </p:grpSp>
                                                        </p:grpSp>
                                                      </p:grpSp>
                                                    </p:grpSp>
                                                  </p:grpSp>
                                                </p:grpSp>
                                              </p:grpSp>
                                            </p:grpSp>
                                          </p:grpSp>
                                        </p:grpSp>
                                      </p:grpSp>
                                    </p:grpSp>
                                  </p:grpSp>
                                </p:grpSp>
                              </p:grpSp>
                            </p:grp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groups fixture</dc:title>
  <dc:subject>Deterministic Gate 1 PPTX fixture</dc:subject>
  <dc:creator>Research Workspace Fixture Builder</dc:creator>
  <cp:keywords>gate1,pptx,fixture</cp:keywords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