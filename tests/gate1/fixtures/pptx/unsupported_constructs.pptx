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Fixture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One</c:v>
                </c:pt>
                <c:pt idx="1">
                  <c:v>Two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27432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57200"/>
            <a:ext cx="457200" cy="457200"/>
          </a:xfrm>
          <a:prstGeom prst="rect">
            <a:avLst/>
          </a:prstGeom>
        </p:spPr>
      </p:pic>
      <p:graphicFrame>
        <p:nvGraphicFramePr>
          <p:cNvPr id="4" name="SmartArt fixture"/>
          <p:cNvGraphicFramePr/>
          <p:nvPr/>
        </p:nvGraphicFramePr>
        <p:xfrm>
          <a:off x="0" y="0"/>
          <a:ext cx="1" cy="1"/>
        </p:xfrm>
        <a:graphic>
          <a:graphicData uri="http://schemas.openxmlformats.org/drawingml/2006/diagram">
            <a:ext/>
          </a:graphicData>
        </a:graphic>
      </p:graphicFrame>
      <p:graphicFrame>
        <p:nvGraphicFramePr>
          <p:cNvPr id="5" name="Media fixture"/>
          <p:cNvGraphicFramePr/>
          <p:nvPr/>
        </p:nvGraphicFramePr>
        <p:xfrm>
          <a:off x="0" y="0"/>
          <a:ext cx="1" cy="1"/>
        </p:xfrm>
        <a:graphic>
          <a:graphicData uri="http://schemas.microsoft.com/office/powerpoint/2010/main/media">
            <a:ext/>
          </a:graphicData>
        </a:graphic>
      </p:graphicFrame>
      <p:graphicFrame>
        <p:nvGraphicFramePr>
          <p:cNvPr id="6" name="Embedded object fixture"/>
          <p:cNvGraphicFramePr/>
          <p:nvPr/>
        </p:nvGraphicFramePr>
        <p:xfrm>
          <a:off x="0" y="0"/>
          <a:ext cx="1" cy="1"/>
        </p:xfrm>
        <a:graphic>
          <a:graphicData uri="http://schemas.openxmlformats.org/presentationml/2006/ole">
            <a:ext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Unsupported constructs fixture</dc:title>
  <dc:subject>Deterministic Gate 1 PPTX fixture</dc:subject>
  <dc:creator>Research Workspace Fixture Builder</dc:creator>
  <cp:keywords>gate1,pptx,fixture</cp:keywords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