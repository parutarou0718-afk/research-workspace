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XML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XML second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XML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XML 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Ordered shapes fixture</dc:title>
  <dc:subject>Deterministic Gate 1 PPTX fixture</dc:subject>
  <dc:creator>Research Workspace Fixture Builder</dc:creator>
  <cp:keywords>gate1,pptx,fixture</cp:keywords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