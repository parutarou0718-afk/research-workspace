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back\slash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	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line</a:t>
                      </a:r>
                    </a:p>
                    <a:p>
                      <a:r>
                        <a:t>feed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carriagereturn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 descr="Figure description" title="Figure 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alt empty fixture</dc:title>
  <dc:subject>Deterministic Gate 1 PPTX fixture</dc:subject>
  <dc:creator>Research Workspace Fixture Builder</dc:creator>
  <cp:keywords>gate1,pptx,fixture</cp:keywords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